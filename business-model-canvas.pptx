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F4788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Stu: Business Model Canvas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" y="548640"/>
            <a:ext cx="164592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solidFill>
            <a:srgbClr val="0A5F7F"/>
          </a:solidFill>
          <a:ln w="12700">
            <a:solidFill>
              <a:srgbClr val="0A5F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57607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Partnerships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841248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vendors (Ellucian)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success networks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Supabase, Looker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" y="1508760"/>
            <a:ext cx="1645920" cy="1097280"/>
          </a:xfrm>
          <a:prstGeom prst="rect">
            <a:avLst/>
          </a:prstGeom>
          <a:solidFill>
            <a:srgbClr val="F0E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1508760"/>
            <a:ext cx="1645920" cy="228600"/>
          </a:xfrm>
          <a:prstGeom prst="rect">
            <a:avLst/>
          </a:prstGeom>
          <a:solidFill>
            <a:srgbClr val="6B4BA8"/>
          </a:solidFill>
          <a:ln w="12700">
            <a:solidFill>
              <a:srgbClr val="6B4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53619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" y="1801368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graduation mapping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1440" y="2697480"/>
            <a:ext cx="1645920" cy="91440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2697480"/>
            <a:ext cx="1645920" cy="2286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272491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" y="2990088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Eng/Product: $250–300K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&amp; Sales: $120–150K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$5–15K/mo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74520" y="548640"/>
            <a:ext cx="164592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548640"/>
            <a:ext cx="1645920" cy="228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57607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47672" y="841248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tech colleges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universities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For-profit institutions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programs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74520" y="1508760"/>
            <a:ext cx="1600200" cy="548640"/>
          </a:xfrm>
          <a:prstGeom prst="rect">
            <a:avLst/>
          </a:prstGeom>
          <a:solidFill>
            <a:srgbClr val="FFF9C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1508760"/>
            <a:ext cx="1600200" cy="2286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1536192"/>
            <a:ext cx="1453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Jobs-To-Be-Done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47672" y="1801368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scheduling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retention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enrollment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self-service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520440" y="1508760"/>
            <a:ext cx="1600200" cy="548640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1508760"/>
            <a:ext cx="1600200" cy="2286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1536192"/>
            <a:ext cx="1453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93592" y="1801368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time savings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guidance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visibility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rip-and-replace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74520" y="2148840"/>
            <a:ext cx="164592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4520" y="2148840"/>
            <a:ext cx="164592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7672" y="217627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47672" y="24414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outbound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NACADA conferences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Pilot-first SaaS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success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74520" y="2999232"/>
            <a:ext cx="1645920" cy="612648"/>
          </a:xfrm>
          <a:prstGeom prst="rect">
            <a:avLst/>
          </a:prstGeom>
          <a:solidFill>
            <a:srgbClr val="FCE4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2999232"/>
            <a:ext cx="1645920" cy="2286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47672" y="3026664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47672" y="3291840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ROI pilots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dashboards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06640" y="548640"/>
            <a:ext cx="1645920" cy="914400"/>
          </a:xfrm>
          <a:prstGeom prst="rect">
            <a:avLst/>
          </a:prstGeom>
          <a:solidFill>
            <a:srgbClr val="FF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548640"/>
            <a:ext cx="164592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57607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79792" y="841248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integrations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$500K–1M funding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06640" y="1508760"/>
            <a:ext cx="164592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1508760"/>
            <a:ext cx="1645920" cy="228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1536192"/>
            <a:ext cx="14996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79792" y="1801368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SaaS: $6–20/student/yr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fees: $5K–30K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Per-FTE pricing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support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3703320"/>
            <a:ext cx="9144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373075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Stu: AI-powered degree planning &amp; student success platform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</dc:title>
  <dc:subject>PptxGenJS Presentation</dc:subject>
  <dc:creator>Stu</dc:creator>
  <cp:lastModifiedBy>Stu</cp:lastModifiedBy>
  <cp:revision>1</cp:revision>
  <dcterms:created xsi:type="dcterms:W3CDTF">2025-11-17T23:40:53Z</dcterms:created>
  <dcterms:modified xsi:type="dcterms:W3CDTF">2025-11-17T23:40:53Z</dcterms:modified>
</cp:coreProperties>
</file>